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deck is built around pandas_cleaning_dataset.csv - every code example, every column name, every dirty value in these slides comes directly from that real dataset. Upload the CSV to Colab then follow the notebook section by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raw data students will be cleaning. Walk through each highlighted cell: row 3 has NULL price and NULL rating. Row 4 has NULL qty and NULL payment_mode. Row 5 has negative price (-16300). Row 6 has zero qty. Row 7 has UNKNOWN region and outlier rating (0). Row 8 has wrong-case region 'lagos'. Row 9 has invalid date format '2024/03/22'. Rows 10-11 are exact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overview. Tell students: every step from 1 to 10 is a cell in the notebook. The order is critical. You must fill missing values BEFORE converting types, because a column with NULL values cannot be converted to int64. You must normalise strings BEFORE filtering, because 'lagos' != 'Lagos' in an isin()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section. The key observation from df.info(): price and qty columns show as 'object' dtype (not float/int) because some cells contain '  NGN 420,500  ' strings. Also notice df.describe() will show a negative minimum for the price column if the NGN rows are excluded - revealing the negative price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first step: df_clean.replace('', np.nan). CSV files often load empty cells as empty strings rather than NaN. This converts them all to proper NaN values before any other operation. After this, all 6 columns show their true missing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fillna section. The group-wise median for price is the key teaching moment. Instead of filling all 170 missing prices with one global median (which would be inaccurate for a Notebook A4 vs a Laptop), we fill each row with the median price for that row's specific category. A missing Stationery price gets the Stationery median, a missing Electronics price gets the Electronics median.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Duplicates. ORD-011944 (Sugar 25kg, Lagos, 21000, qty=5), ORD-010452 (Notebook A4, 3500, qty=20), and ORD-011144 (Cooking Oil, 29100, qty=3) are confirmed duplicates in this dataset. After drop_duplicates(), the row count drops from 4,248 to approximately 4,218.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conversion. The price column has two problems that must be fixed in sequence: first remove the 'NGN' and commas (string cleaning), then convert to float with to_numeric. Trying astype('float64') directly would fail with ValueError because of the text. The 10 invalid dates become NaT and will be dropped in the filtering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 cleaning. Before fixing the region column, a groupby('region') would create separate groups for 'Lagos', 'lagos', 'LAGOS', '  Lagos  ' - splitting what should be one group into four. After .str.strip().str.title(), all variations collapse into 'Lagos'. This is the most impactful single fix in the cleaning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Rename section. The five messy column names are: 'CUST ID' (space), 'First Name' (space), 'SALES_AMT' (ALL CAPS abbreviation), 'DOB' (abbreviation), 'Reg?' (special character). All five are renamed to clean snake_case. The quantity column is a duplicate of qty and is dropped. The sales_amount_dup column from SALES_AMT is also removed since we already have sales_amount.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Filtering section. Print the row count after EACH filter step - students can see the effect of each rule in real time. Expected progression: 4248 -&gt; ~4204 (after neg price) -&gt; ~4143 (after zero qty) -&gt; ~4117 (after UNKNOWN) -&gt; ~4107 (after bad dates) -&gt; ~4099 (after outlier ratings). Final count may vary by a few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Outliers. Our dataset has high-end products like Laptops (up to NGN 520,000) that genuinely cost that much. Use judgment: are these data entry errors or real prices? The IQR fence at NGN 328,000 might be too aggressive. Show students both options: capping with clip() (safer - keeps the row) vs removing with boolean filter (more aggressive).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groupby section. Before running groupby, recompute sales_amount = price * qty using the CLEAN values. This ensures the aggregated revenue numbers are accurate. The transform('mean') is powerful: it adds the region-level average price as a column on every individual row, enabling comparison of each order's price vs its region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section. Build the customer lookup table by deduplicating the existing data: customers_df = df_clean[customer columns].drop_duplicates('customer_id'). Then demonstrate LEFT JOIN (all orders kept, some customer info NaN) vs INNER JOIN (only orders with known customers). The concat example uses month filtering to create monthly sub-DataFrames.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apply() section. The classify_margin function uses the actual margin_pct column from the dataset. The make_full_name function uses first_name and last_name columns (the renamed versions of 'First Name' and 'last_name'). pd.cut() on the age column (which ranges from 18 to 65 in our dataset) creates the four age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Advanced section. The tags column is the most interesting: 'new_customer,seasonal,loyalty' stored as one string. explode() is the correct pandas way to normalise this. After explode, you can count tag frequency with value_counts() and see which tags are most common across all 4,000+ orders. The melt for quarterly data is the exact pattern needed to feed a Seaborn or Plotly bar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validation. The assert block is the professional quality gate. If ANY assertion fails, the error message tells you exactly what is wrong. Fix the issue and re-run the entire cleaning notebook before exporting. Emphasise: the clean CSV is what gets handed to the data visualisation session next. Dirty data in = wrong charts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Three files for this session. The notebook mirrors every slide in this deck exactly - section numbers match, code examples use the same real order IDs and values. Clean output: approximately 4,099 rows, 27 columns after all 13 sections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377440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0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402336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dirty="0">
                <a:solidFill>
                  <a:srgbClr val="000000"/>
                </a:solidFill>
              </a:rPr>
              <a:t>🐼</a:t>
            </a:r>
            <a:endParaRPr lang="en-US" sz="8200" dirty="0"/>
          </a:p>
        </p:txBody>
      </p:sp>
      <p:sp>
        <p:nvSpPr>
          <p:cNvPr id="8" name="Shape 6"/>
          <p:cNvSpPr/>
          <p:nvPr/>
        </p:nvSpPr>
        <p:spPr>
          <a:xfrm>
            <a:off x="0" y="4352544"/>
            <a:ext cx="4846320" cy="2505456"/>
          </a:xfrm>
          <a:prstGeom prst="rect">
            <a:avLst/>
          </a:prstGeom>
          <a:solidFill>
            <a:srgbClr val="172041"/>
          </a:solidFill>
          <a:ln w="12700">
            <a:solidFill>
              <a:srgbClr val="172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4805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KAJOLA GBENGA ADEWALE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0" y="4864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Expert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502920"/>
            <a:ext cx="690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074920" y="1627632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Pandas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074920" y="2688336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tailored to: pandas_cleaning_dataset.csv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10896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4,248 rows  x  24 columns  |  13 sections  |  All code runs in Google Colab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3547872"/>
            <a:ext cx="676656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6576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columns: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3986784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986784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25312" y="3986784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3986784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 ID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75704" y="3986784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3986784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Name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26096" y="3986784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6096" y="3986784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76488" y="3986784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6488" y="3986784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326880" y="3986784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3986784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177272" y="3986784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77272" y="3986784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1027664" y="3986784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27664" y="3986784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74920" y="4480560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4480560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25312" y="4480560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25312" y="4480560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75704" y="4480560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75704" y="4480560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626096" y="4480560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6096" y="4480560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476488" y="4480560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76488" y="4480560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payment_mode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326880" y="4480560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4480560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177272" y="4480560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77272" y="4480560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1027664" y="4480560"/>
            <a:ext cx="795528" cy="420624"/>
          </a:xfrm>
          <a:prstGeom prst="roundRect">
            <a:avLst>
              <a:gd name="adj" fmla="val 13043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27664" y="4480560"/>
            <a:ext cx="795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margin_pct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74920" y="506577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messy column names (CUST ID, First Name, SALES_AMT, DOB, Reg?) - will be renamed in Section 06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- pandas_cleaning_dataset.csv (4,248 rows x 24 cols)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1133856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6236208"/>
            <a:ext cx="11338560" cy="512064"/>
          </a:xfrm>
          <a:prstGeom prst="roundRect">
            <a:avLst>
              <a:gd name="adj" fmla="val 14286"/>
            </a:avLst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629107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highlighted cell is a real dirty value from this dataset. You will fix ALL of these in the notebook, section by section.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10-STEP CLEANING PIPELINE FOR THIS DATASET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1133856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541264"/>
            <a:ext cx="3749040" cy="1170432"/>
          </a:xfrm>
          <a:prstGeom prst="roundRect">
            <a:avLst>
              <a:gd name="adj" fmla="val 7813"/>
            </a:avLst>
          </a:prstGeom>
          <a:solidFill>
            <a:srgbClr val="111E35"/>
          </a:solidFill>
          <a:ln w="1397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541264"/>
            <a:ext cx="3749040" cy="420624"/>
          </a:xfrm>
          <a:prstGeom prst="roundRect">
            <a:avLst>
              <a:gd name="adj" fmla="val 2173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797296"/>
            <a:ext cx="374904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5614416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Step 1 - Load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1208" y="603504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pd.read_csv('pandas_cleaning_dataset.csv')  then  df_clean = df.copy()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5541264"/>
            <a:ext cx="3749040" cy="1170432"/>
          </a:xfrm>
          <a:prstGeom prst="roundRect">
            <a:avLst>
              <a:gd name="adj" fmla="val 7813"/>
            </a:avLst>
          </a:prstGeom>
          <a:solidFill>
            <a:srgbClr val="111E35"/>
          </a:solidFill>
          <a:ln w="1397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5541264"/>
            <a:ext cx="3749040" cy="420624"/>
          </a:xfrm>
          <a:prstGeom prst="roundRect">
            <a:avLst>
              <a:gd name="adj" fmla="val 2173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5797296"/>
            <a:ext cx="37490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53128" y="5614416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Step 5 - Types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53128" y="603504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column has '  NGN 420,500  ' strings. date has 'not-a-date' values. Both need converting.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75320" y="5541264"/>
            <a:ext cx="3749040" cy="1170432"/>
          </a:xfrm>
          <a:prstGeom prst="roundRect">
            <a:avLst>
              <a:gd name="adj" fmla="val 7813"/>
            </a:avLst>
          </a:prstGeom>
          <a:solidFill>
            <a:srgbClr val="111E35"/>
          </a:solidFill>
          <a:ln w="1397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75320" y="5541264"/>
            <a:ext cx="3749040" cy="420624"/>
          </a:xfrm>
          <a:prstGeom prst="roundRect">
            <a:avLst>
              <a:gd name="adj" fmla="val 2173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5320" y="5797296"/>
            <a:ext cx="374904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5048" y="5614416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Step 6 - Strings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85048" y="603504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has 'lagos','KANO','  ABUJA  '. gender has 'M','F'. All need fixing.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and Inspect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dataset before touching a single row.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01 - Loading pandas_cleaning_dataset.csv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01_load.py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the dataset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pd.read_csv('pandas_cleaning_dataset.csv')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df.copy()  # ALWAYS work on a copy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# Expected: (4248, 24)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print(df.columns.tolist())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['order_id','CUST ID','First Name','last_name',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'date','product','category','region','price',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'qty','quantity','rating','gender',...] 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               # first 5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            # dtypes + null counts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         # numeric 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df.describe(include='object') # text column summary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Missing values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null_pct = (df.isnull().sum()/len(df)*100).round(2)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print(null_pct[null_pct&amp;gt;0])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price          4.00%  &amp;lt;- 170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qty            4.48%  &amp;lt;- 190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rating         3.77%  &amp;lt;- 160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payment_mode   3.54%  &amp;lt;- 150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gender         1.89%  &amp;lt;-  80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category       0.71%  &amp;lt;-  30 rows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print(df.duplicated().sum())  # Expected: ~30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3B82F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pd.read_csv('pandas_cleaning_dataset.csv')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CSV from Colab's file system. The filename must match exactly. Returns a DataFrame with 4,248 rows and 24 columns.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df.copy()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completely independent copy of df. Changes to df_clean will NOT change df. Always do this before cleaning.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(4248, 24) - confirming 4,248 rows and 24 columns were loaded correctly.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column name, its dtype, and how many non-null values it has. Immediately reveals which columns have missing data.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numeric columns: shows count, mean, std, min, 25th, 50th, 75th percentile, max. Negative min in price column reveals -16300 (negative price).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df.isnull().sum()/len(df)*100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missing count by total rows and multiplies by 100 to get percentage missing per column.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78040" y="5120640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7509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516636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null_pct &amp;gt; 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66530" y="516636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filter - only print columns that actually have missing values. Cleaner output.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5705856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75090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575157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66530" y="575157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rows that are exact duplicates of a previous row. Expected to return approximately 30 for this dataset.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missing prices, 190 missing qty, 160 missing ratings - all real.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02 - Finding Missing Values in Our Dataset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21792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669280"/>
            <a:ext cx="6217920" cy="1078992"/>
          </a:xfrm>
          <a:prstGeom prst="roundRect">
            <a:avLst>
              <a:gd name="adj" fmla="val 847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669280"/>
            <a:ext cx="621792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852160"/>
            <a:ext cx="621792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76072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7607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76072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7241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605332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Real output from our dataset: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price:          170 rows (4.0%)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qty:            190 rows (4.5%)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rating:         160 rows (3.8%)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12280" y="1024128"/>
            <a:ext cx="5120640" cy="585216"/>
          </a:xfrm>
          <a:prstGeom prst="rect">
            <a:avLst/>
          </a:prstGeom>
          <a:solidFill>
            <a:srgbClr val="F59E0B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2949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1069848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054389" y="1069848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on Our Dataset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12280" y="1609344"/>
            <a:ext cx="512064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2949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3720" y="1655064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054389" y="1655064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NaN per column. Returns: price=170, qty=190, rating=160, gender=80, payment_mode=150, category=30.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12280" y="2194560"/>
            <a:ext cx="512064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2949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2240280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df.replace('', np.nan)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054389" y="2240280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empty strings '' to NaN. Run this FIRST because CSV empty cells may load as '' not NaN.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812280" y="2779776"/>
            <a:ext cx="512064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2949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03720" y="2825496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null_pct[null_pct &amp;gt; 0]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054389" y="2825496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only show columns that have missing values. Our dataset has 6 columns with nulls.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812280" y="3364992"/>
            <a:ext cx="512064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62949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03720" y="3410712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df[df.isnull().any(axis=1)]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054389" y="3410712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that have at least one NaN. axis=1 means check across columns for each row.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12280" y="3950208"/>
            <a:ext cx="512064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62949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995928"/>
            <a:ext cx="20226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df.isnull().any(axis=1)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054389" y="3995928"/>
            <a:ext cx="278709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for rows with any missing value. Passing this to df[] keeps only those rows.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812280" y="4224528"/>
            <a:ext cx="5120640" cy="2487168"/>
          </a:xfrm>
          <a:prstGeom prst="roundRect">
            <a:avLst>
              <a:gd name="adj" fmla="val 3676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12280" y="4224528"/>
            <a:ext cx="51206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812280" y="4407408"/>
            <a:ext cx="51206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940296" y="43159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41464" y="43159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342632" y="43159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43800" y="4279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detect2.py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958584" y="4608576"/>
            <a:ext cx="48463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replace empty strings with NaN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df_clean.replace('', np.nan)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verify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print(df_clean.isnull().sum())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price          170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qty            190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rating         160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payment_mode   150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gender          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category        30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02 - Filling Missing Values in Our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payment_mode - fill with constant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(150 missing - 'Unknown' is valid choice)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df_clean['payment_mode'] = df_clean['payment_mode'].fillna('Unknown')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category - fill with mode (most frequent)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(30 missing - most rows are Electronics)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mode_cat = df_clean['category'].mode()[0]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print(mode_cat)  # 'Electronics'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df_clean['category'] = df_clean['category'].fillna(mode_cat)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gender - fill with 'Unknown' first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(80 missing - we will map M/F later)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df_clean['gender'] = df_clean['gender'].fillna('Unknown')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price - group-wise median by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(170 missing - best practice: fill with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median price FOR THAT CATEGORY)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df_clean['price'] = df_clean.groupby('category')['price']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.transform(lambda x: x.fillna(x.median()))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qty - group-wise median by product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(190 missing - fill with median qty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for that specific product)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df_clean['qty'] = df_clean.groupby('product')['qty']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.transform(lambda x: x.fillna(x.median()))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df_clean['quantity'] = df_clean['qty'].copy()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rating - fill with median of valid values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valid_r = df_clean['rating'][df_clean['rating'].between(1,5)]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df_clean['rating'] = df_clean['rating'].fillna(valid_r.median())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F59E0B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.fillna('Unknown')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every NaN in payment_mode with the string 'Unknown'. 150 rows updated.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.mode()[0]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mode() returns the most frequent value(s) as a Series. [0] picks the first (most common). For category, this is 'Electronics'.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groupby('category')['price']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rows by category, then selects the price column for each group. Electronics rows get the Electronics median, Furniture rows get the Furniture median - much more accurate than global median.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.transform(lambda x: x.fillna(x.median()))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group, fill NaN values with that group's median. transform() returns a Series with the same index as the original DataFrame so it can be directly assigned.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valid_r = rating[rating.between(1,5)]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compute median only from valid ratings (1-5). Without this, outlier values like 99 and 150 would inflate the median used for filling.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.fillna(valid_r.median())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fill missing ratings with the median of ONLY the valid 1-5 ratings, ignoring the outliers.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Rows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exact duplicates in the dataset - ORD-011944, ORD-010452, and more.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03 - Finding and Removing Duplicate Rows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943600" cy="4023360"/>
          </a:xfrm>
          <a:prstGeom prst="roundRect">
            <a:avLst>
              <a:gd name="adj" fmla="val 2273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59436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59436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dupes.py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566928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How many exact duplicates?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print(df_clean.duplicated().sum())  # ~30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one example - ORD-011944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df_clean[df_clean['order_id']=='ORD-011944']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Both rows: Sugar 25kg, Lagos, 21000, qty=5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They are identical - one must be removed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ALL copies of duplicated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dupes = df_clean[df_clean.duplicated(keep=False)]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print(dupes.sort_values('order_id').head(10))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Record shape BEFORE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print(f'Before: {len(df_clean):,} rows')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duplicates - keep first occurrence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df_clean.drop_duplicates()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df_clean.reset_index(drop=True)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print(f'After: {len(df_clean):,} rows')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print(f'Removed: {4248-len(df_clean)} rows')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print(df_clean.duplicated().sum())  # must be 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024128"/>
            <a:ext cx="5394960" cy="585216"/>
          </a:xfrm>
          <a:prstGeom prst="rect">
            <a:avLst/>
          </a:prstGeom>
          <a:solidFill>
            <a:srgbClr val="8B5CF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03843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06984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95283" y="106984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1609344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3843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65506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95283" y="165506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for every row that is an exact duplicate of a previous row. First occurrence gets False.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194560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03843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24028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95283" y="224028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True values - gives total number of duplicate rows to remove. Expected ~30 for our dataset.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779776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03843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82549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df[df['order_id']=='ORD-011944']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95283" y="282549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rows with that order_id. You should see 2 identical rows - proving the duplicate is real.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3364992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03843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410712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duplicated(keep=False)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895283" y="3410712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keep=False marks ALL copies including the first one. Useful for viewing which rows will be affected.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3950208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3843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99592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sort_values('order_id')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95283" y="399592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results so duplicates appear next to each other for easy visual inspection.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37960" y="4535424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03843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58114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895283" y="458114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rows that are duplicates. Default: keep='first' - keeps the first occurrence and removes later ones.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37960" y="5120640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3843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516636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reset_index(drop=True)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895283" y="516636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rows, gaps appear in the index (0,1,3,4... skipping 2). reset_index creates a clean 0,1,2,3... index. drop=True discards the old index column.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37960" y="5705856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03843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575157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before and after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895283" y="575157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print shape before and after. Expected: 4248 before, approximately 4218 after (about 30 removed).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5138928"/>
            <a:ext cx="5943600" cy="1572768"/>
          </a:xfrm>
          <a:prstGeom prst="roundRect">
            <a:avLst>
              <a:gd name="adj" fmla="val 5814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11480" y="5138928"/>
            <a:ext cx="59436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5321808"/>
            <a:ext cx="59436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9496" y="52303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0664" y="52303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1832" y="52303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51937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dupes2.py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57784" y="5522976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Also try: keep only unique order_ids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df_clean.drop_duplicates(subset=['order_id'], keep='first')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removes rows where order_id is repeated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even if other columns differ slightly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 Conversion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has 'NGN 420,500' strings. date has 'not-a-date'. Both need fixing.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04 - Converting Types in Our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current types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print(df_clean.dtypes)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price       object  &amp;lt;- has 'NGN 420,500' strings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qty         object  &amp;lt;- filled from NaN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date        object  &amp;lt;- has 'not-a-date'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price: remove 'NGN' and commas first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messy = df_clean['price'].astype(str).str.contains('NGN',na=False)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print(f'NGN rows: {messy.sum()}')  # 20 rows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df_clean['price']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df_clean['price']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.astype(str)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.str.replace('NGN','',regex=False)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.str.replace(',','',  regex=False)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.str.strip()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df_clean['price'] = pd.to_numeric(df_clean['price'], errors='coerce')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all other numeric columns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['qty','quantity','rating','margin_pct','age','sales_amount','unit_cost','profit']: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df_clean[col] = pd.to_numeric(df_clean[col], errors='coerce')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date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Bad values: 'not-a-date','15/01/2024','2024/03/22'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df_clean['date'] = pd.to_datetime(df_clean['date'], errors='coerce')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print(df_clean['date'].isnull().sum())  # ~10 NaT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date parts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df_clean['year']      = df_clean['date'].dt.year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df_clean['month']     = df_clean['date'].dt.month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df_clean['month_name']= df_clean['date'].dt.month_name()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df_clean['quarter']   = df_clean['date'].dt.quarter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df_clean['day_name']  = df_clean['date'].dt.day_name()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22C5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df['price'].astype(str).str.contains('NGN')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which price cells contain the text 'NGN'. Returns True for the 20 rows with '  NGN 420,500  ' format.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.str.replace('NGN','',regex=False)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'NGN' from every price string. regex=False means treat 'NGN' as a literal string not a regex pattern.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.str.replace(',','',regex=False)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comma thousands-separators so '420,500' becomes '420500'.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leading and trailing whitespace. '  420500  ' becomes '420500'.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pd.to_numeric(col, errors='coerce')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string to number. errors='coerce' turns any value that cannot be converted into NaN instead of crashing. Safe for mixed columns.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pd.to_datetime(col, errors='coerce')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date strings to datetime64. The 10 bad dates ('not-a-date','15/01/2024','2024/03/22') become NaT (Not a Time = datetime equivalent of NaN).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78040" y="5120640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7509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516636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df['date'].dt.year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66530" y="516636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year from a datetime64 column. Only works AFTER pd.to_datetime() - fails on object columns.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5705856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75090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575157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df['date'].dt.quarter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66530" y="575157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Q1/Q2/Q3/Q4. Our dataset runs Jan-Dec 2024 so all 4 quarters are present.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Cleaning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'lagos' != 'Lagos' == 'KANO' != 'Kano'. groupby fails without this.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05 - Cleaning Strings in Our Dataset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67512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303520"/>
            <a:ext cx="6675120" cy="1444752"/>
          </a:xfrm>
          <a:prstGeom prst="roundRect">
            <a:avLst>
              <a:gd name="adj" fmla="val 6329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303520"/>
            <a:ext cx="667512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486400"/>
            <a:ext cx="667512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39496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3949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39496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3583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why_str.py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5687568"/>
            <a:ext cx="6400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Why this matters: groupby breaks without 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df.groupby('region').sum() would create SEPARATE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groups for 'Lagos','lagos','LAGOS','  Lagos  '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69480" y="1024128"/>
            <a:ext cx="4663440" cy="2889504"/>
          </a:xfrm>
          <a:prstGeom prst="roundRect">
            <a:avLst>
              <a:gd name="adj" fmla="val 316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69480" y="1024128"/>
            <a:ext cx="46634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69480" y="1207008"/>
            <a:ext cx="46634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97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98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99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1000" y="1078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str_region.py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15784" y="1408176"/>
            <a:ext cx="4389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region - 155 rows have wrong case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'lagos','KANO','  ABUJA  ','LAGOS', etc.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print(df_clean['region'].value_counts())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Lagos    1020  kano    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Abuja     940  KANO   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Kano      720  LAGOS   9  &amp;lt;- problems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df_clean['region'] = df_clean['region'].str.strip().str.title()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print(df_clean['region'].value_counts())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Lagos   1029  &amp;lt;- now all merged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Abuja    942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69480" y="3986784"/>
            <a:ext cx="4663440" cy="455676"/>
          </a:xfrm>
          <a:prstGeom prst="rect">
            <a:avLst/>
          </a:prstGeom>
          <a:solidFill>
            <a:srgbClr val="F9731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28125" y="3986784"/>
            <a:ext cx="18288" cy="4556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60920" y="4032504"/>
            <a:ext cx="1830629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319565" y="4032504"/>
            <a:ext cx="2521915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269480" y="4442460"/>
            <a:ext cx="4663440" cy="45567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28125" y="4442460"/>
            <a:ext cx="18288" cy="4556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60920" y="4488180"/>
            <a:ext cx="1830629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319565" y="4488180"/>
            <a:ext cx="2521915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whitespace from both ends. '  ABUJA  ' becomes 'ABUJA'. Must run BEFORE .str.title() so spaces don't affect capitalisation.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269480" y="4898136"/>
            <a:ext cx="4663440" cy="45567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28125" y="4898136"/>
            <a:ext cx="18288" cy="4556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60920" y="4943856"/>
            <a:ext cx="1830629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.str.title()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319565" y="4943856"/>
            <a:ext cx="2521915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Title Case. 'LAGOS' becomes 'Lagos'. 'kano' becomes 'Kano'. 'port harcourt' becomes 'Port Harcourt'.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269480" y="5353812"/>
            <a:ext cx="4663440" cy="45567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28125" y="5353812"/>
            <a:ext cx="18288" cy="4556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60920" y="5399532"/>
            <a:ext cx="1830629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.map({'M':'Male','F':'Female'})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319565" y="5399532"/>
            <a:ext cx="2521915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coded values using a dictionary lookup. 'M' maps to 'Male', 'F' to 'Female'. Values not in the dict become NaN.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269480" y="5809488"/>
            <a:ext cx="4663440" cy="45567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28125" y="5809488"/>
            <a:ext cx="18288" cy="4556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60920" y="5855208"/>
            <a:ext cx="1830629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.str.replace('NGN','',regex=False)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319565" y="5855208"/>
            <a:ext cx="2521915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NGN prefix from price strings. regex=False treats it as literal text.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69480" y="6265164"/>
            <a:ext cx="4663440" cy="45567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28125" y="6265164"/>
            <a:ext cx="18288" cy="4556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60920" y="6310884"/>
            <a:ext cx="1830629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.str.strip().str.title() chain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319565" y="6310884"/>
            <a:ext cx="2521915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chain strip() BEFORE title() or lower(). Spaces at the edges affect how capitalisation is applied.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269480" y="6071616"/>
            <a:ext cx="4663440" cy="676656"/>
          </a:xfrm>
          <a:prstGeom prst="roundRect">
            <a:avLst>
              <a:gd name="adj" fmla="val 13514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7269480" y="6071616"/>
            <a:ext cx="46634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269480" y="6254496"/>
            <a:ext cx="46634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397496" y="6163056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598664" y="616305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799832" y="6163056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01000" y="6126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str_gender.py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415784" y="6455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gender - map 'M'/'F' to 'Male'/'Female'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df_clean['gender']=df_clean['gender'].map({'M':'Male','F':'Female','Male':'Male','Female':'Female','Unknown':'Unknown'}).fillna('Unknown')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and Reorder Columns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'CUST ID','First Name','Reg?' - all need fixing before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06 - Renaming Columns in Our Dataset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7665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572000"/>
            <a:ext cx="6766560" cy="2176272"/>
          </a:xfrm>
          <a:prstGeom prst="roundRect">
            <a:avLst>
              <a:gd name="adj" fmla="val 4202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4572000"/>
            <a:ext cx="67665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4754880"/>
            <a:ext cx="67665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466344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46634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466344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46268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4956048"/>
            <a:ext cx="64922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Rename the 5 messy column names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df_clean.rename(columns={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'CUST ID':    'customer_id',   # space!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'First Name': 'first_name',    # space!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'SALES_AMT':  'sales_amount_dup', # duplicate of sales_amount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'DOB':        'date_of_birth', # abbreviation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'Reg?':       'is_registered', # special char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inplace=True)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and reorder to final working 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= ['order_id','customer_id','first_name','last_name',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'date','year','month','month_name','quarter','day_name',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'product','category','region','channel','payment_mode',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'price','qty','sales_amount','unit_cost','profit','margin_pct',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'rating','gender','age','tags','is_registered','date_of_birth']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df_clean[[c for c in keep if c in df_clean.columns]]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60920" y="1024128"/>
            <a:ext cx="4572000" cy="585216"/>
          </a:xfrm>
          <a:prstGeom prst="rect">
            <a:avLst/>
          </a:prstGeom>
          <a:solidFill>
            <a:srgbClr val="06B6D4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8116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1069848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372600" y="106984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60920" y="1609344"/>
            <a:ext cx="457200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8116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1655064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rename(columns={'old':'new'})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372600" y="16550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only the specified columns. All other columns keep their original names. inplace=True applies the change directly.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60920" y="2194560"/>
            <a:ext cx="457200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8116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2240280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'CUST ID' -&amp;gt; 'customer_id'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372600" y="22402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space. Spaces in column names force you to use df['CUST ID'] bracket notation. Underscores allow df.customer_id dot notation.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60920" y="2779776"/>
            <a:ext cx="457200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2825496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'First Name' -&amp;gt; 'first_name'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372600" y="282549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- removes the space and lowercases. Title case column names look messy in code.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60920" y="3364992"/>
            <a:ext cx="457200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8116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3410712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'Reg?' -&amp;gt; 'is_registered'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372600" y="34107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special character ?. Also uses is_ prefix which is the Python convention for boolean columns.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60920" y="3950208"/>
            <a:ext cx="457200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8116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52360" y="3995928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df_clean[keep]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372600" y="399592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only the columns in the keep list AND reorders them in that order. Any column not in keep is dropped.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360920" y="4535424"/>
            <a:ext cx="457200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8116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52360" y="4581144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 for c in keep if c in df_clean.columns]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372600" y="458114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that only keeps columns that actually exist. Prevents KeyError if a column was already dropped.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360920" y="5120640"/>
            <a:ext cx="457200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8116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52360" y="5166360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drop('col', axis=1)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372600" y="51663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drop specific columns. axis=1 means we are dropping along the column axis (not rows).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Invalid Rows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negative prices, 61 zero qty, 26 UNKNOWN regions, 10 bad dates.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07 - Removing Invalid Rows from Our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print(f'Start: {len(df_clean):,} rows')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Remove 44 negative prices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Examples: ORD-010467 Vitamins -16300.0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ORD-010213 Printer  -95400.0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df_clean[df_clean['price'] &amp;gt; 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print(f'After neg price: {len(df_clean):,}')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Remove 61 zero qty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Examples: ORD-013764 Printer qty=0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ORD-010811 Tablet  qty=0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df_clean[df_clean['qty'] &amp;gt; 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print(f'After zero qty: {len(df_clean):,}')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Remove 26 UNKNOWN region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Example: ORD-011499 Sugar 25kg UNKNOWN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valid_regions = ['Lagos','Abuja','Kano',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'Port Harcourt','Ibadan','Enugu']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df_clean[df_clean['region'].isin(valid_regions)]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print(f'After unknown region: {len(df_clean):,}')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Drop 10 rows with invalid dates (NaT)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Examples: ORD-010734 'not-a-date'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ORD-013366 '2024/03/22'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ORD-013155 '15/01/2024'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df_clean.dropna(subset=['date'])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print(f'After bad dates: {len(df_clean):,}')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Keep only valid ratings (1-5)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Remove: ORD-011236 rating=0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ORD-011334 rating=150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ORD-014217 rating=99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df_clean[df_clean['rating'].between(1,5)]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print(f'Final rows: {len(df_clean):,}')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F43F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df[df['price'] &amp;gt; 0]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indexing. df['price'] &amp;gt; 0 creates a True/False Series. Only rows where price &amp;gt; 0 are kept. Removes all 44 negative price rows.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df['qty'] &amp;gt; 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61 rows where qty = 0. A zero quantity sale makes no business sense and would distort revenue calculations.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df['region'].isin(valid_regions)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only for rows where region is in the valid_regions list. 'UNKNOWN' is NOT in the list so those 26 rows are removed.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dropna(subset=['date'])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rows where the date column is NaT (the datetime version of NaN). The 10 rows with 'not-a-date','2024/03/22' etc. become NaT during to_datetime() and are dropped here.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df['rating'].between(1,5)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where rating is in the range 1 to 5 inclusive. Removes the 8 outlier ratings: 0, 99, 150, -1.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shape at each step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print len(df_clean) after each filter step. This creates a clear audit trail showing exactly how many rows each cleaning rule removed.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on price column - upper fence is NGN 328,000.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08 - IQR Outlier Detection on price Column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30936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486400"/>
            <a:ext cx="6309360" cy="1261872"/>
          </a:xfrm>
          <a:prstGeom prst="roundRect">
            <a:avLst>
              <a:gd name="adj" fmla="val 7246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486400"/>
            <a:ext cx="63093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669280"/>
            <a:ext cx="63093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57784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5778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57784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54126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iqr_note.py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5870448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Dataset price range: NGN 2,200 to NGN 520,000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Q1=18,000  Q3=142,000  IQR=124,000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Upper fence = 142,000 + 1.5*124,000 = 328,000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03720" y="1024128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03720" y="1024128"/>
            <a:ext cx="50292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1207008"/>
            <a:ext cx="50292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3173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3290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3407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10789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50024" y="1408176"/>
            <a:ext cx="475488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IQR method on our price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 = df_clean['price'].quantile(0.25)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 = df_clean['price'].quantile(0.75)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print(f'Q1:  {Q1:,.0f}')  # ~18,000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print(f'Q3:  {Q3:,.0f}')  # ~142,000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print(f'IQR: {IQR:,.0f}') # ~124,000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= Q1 - 1.5 * IQR  # ~-168,000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= Q3 + 1.5 * IQR  # ~328,000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price outliers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 = df_clean[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(df_clean['price'] &amp;gt; upper)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print(f'Outliers: {len(outliers)}')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print(outliers[['order_id','product','price']].head(8))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ORD-013010 Laptop    420,500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ORD-012515 Printer   119,300  (no)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A: Cap at upper fence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df_clean['price'] = df_clean['price'].clip(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upper=upper   # NGN 328,000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B: Remove outlier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df_clean[df_clean['price'] &amp;lt;= upper]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0" y="5486400"/>
            <a:ext cx="5029200" cy="308610"/>
          </a:xfrm>
          <a:prstGeom prst="rect">
            <a:avLst/>
          </a:prstGeom>
          <a:solidFill>
            <a:srgbClr val="EC4899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15984" y="5486400"/>
            <a:ext cx="18288" cy="308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5532120"/>
            <a:ext cx="1984248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107424" y="5532120"/>
            <a:ext cx="273405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03720" y="5795010"/>
            <a:ext cx="5029200" cy="30861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15984" y="5795010"/>
            <a:ext cx="18288" cy="30861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95160" y="5840730"/>
            <a:ext cx="1984248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.quantile(0.25)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107424" y="5840730"/>
            <a:ext cx="273405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Q1 - the value where 25% of prices fall below. For our dataset this is approximately NGN 18,000.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903720" y="6103620"/>
            <a:ext cx="5029200" cy="30861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15984" y="6103620"/>
            <a:ext cx="18288" cy="30861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95160" y="6149340"/>
            <a:ext cx="1984248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.quantile(0.75)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107424" y="6149340"/>
            <a:ext cx="273405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Q3 - the value where 75% of prices fall below. For our dataset this is approximately NGN 142,000.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903720" y="6412230"/>
            <a:ext cx="5029200" cy="30861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15984" y="6412230"/>
            <a:ext cx="18288" cy="30861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95160" y="6457950"/>
            <a:ext cx="1984248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.clip(upper=328000)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107424" y="6457950"/>
            <a:ext cx="273405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all prices at NGN 328,000. Any Laptop priced at NGN 420,500 becomes NGN 328,000. Keeps the row but limits the extreme value.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 and agg()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4,248 rows into 6 rows - one per region.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09 - groupby() on Our Clean Dataset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76656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6309360"/>
            <a:ext cx="6766560" cy="438912"/>
          </a:xfrm>
          <a:prstGeom prst="roundRect">
            <a:avLst>
              <a:gd name="adj" fmla="val 20833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6309360"/>
            <a:ext cx="67665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92240"/>
            <a:ext cx="67665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640080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640080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64008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636422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recalc.py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6693408"/>
            <a:ext cx="649224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Recompute sales_amount with clean price x qty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df_clean['sales_amount'] = df_clean['price'] * df_clean['qty']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60920" y="1024128"/>
            <a:ext cx="4572000" cy="4078224"/>
          </a:xfrm>
          <a:prstGeom prst="roundRect">
            <a:avLst>
              <a:gd name="adj" fmla="val 2242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60920" y="102412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1207008"/>
            <a:ext cx="45720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8893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9010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9127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507224" y="1408176"/>
            <a:ext cx="429768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By region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region_summary = df_clean.groupby('region').agg(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total_revenue   =('sales_amount','sum'),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avg_price       =('price',       'mean'),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order_count     =('order_id',    'count'),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avg_rating      =('rating',      'mean'),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unique_products =('product',     'nunique')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).reset_index()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By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cat_summary = df_clean.groupby('category').agg(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total_orders  =('order_id',    'count'),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total_revenue =('sales_amount','sum'),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avg_margin    =('margin_pct',  'mean')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).reset_index()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By region AND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reg_cat = df_clean.groupby(['region','category'])['sales_amount'].sum().reset_index()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group-level column to 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df_clean['region_avg_price'] = df_clean.groupby('region')['price'].transform('mean')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60920" y="5175504"/>
            <a:ext cx="4572000" cy="309067"/>
          </a:xfrm>
          <a:prstGeom prst="rect">
            <a:avLst/>
          </a:prstGeom>
          <a:solidFill>
            <a:srgbClr val="EAB308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81160" y="5175504"/>
            <a:ext cx="18288" cy="30906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5221224"/>
            <a:ext cx="1792224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372600" y="5221224"/>
            <a:ext cx="24688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60920" y="5484571"/>
            <a:ext cx="4572000" cy="309067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0" y="5484571"/>
            <a:ext cx="18288" cy="309067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5530291"/>
            <a:ext cx="1792224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.groupby('region')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372600" y="5530291"/>
            <a:ext cx="24688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4,248 rows into 6 groups - one per valid region. Lagos group: ~1,020 rows. Kano group: ~720 rows, etc.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60920" y="5793638"/>
            <a:ext cx="4572000" cy="309067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81160" y="5793638"/>
            <a:ext cx="18288" cy="309067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5839358"/>
            <a:ext cx="1792224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agg(new_name=('col','func'))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372600" y="5839358"/>
            <a:ext cx="24688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aggregation. Creates a new column called 'total_revenue' by summing the 'sales_amount' column within each group.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60920" y="6102706"/>
            <a:ext cx="4572000" cy="309067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81160" y="6102706"/>
            <a:ext cx="18288" cy="309067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52360" y="6148426"/>
            <a:ext cx="1792224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.reset_index()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372600" y="6148426"/>
            <a:ext cx="24688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'region' from the row index back to a regular column. Required after groupby to get a normal DataFrame.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360920" y="6411773"/>
            <a:ext cx="4572000" cy="309067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81160" y="6411773"/>
            <a:ext cx="18288" cy="309067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52360" y="6457493"/>
            <a:ext cx="1792224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.transform('mean')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372600" y="6457493"/>
            <a:ext cx="24688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group mean but returns a value for EVERY row (keeps original shape). Used to add a 'region average' column to each row.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DataFrames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orders with a customer table on customer_id.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10 - pd.merge() with Our Dataset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76656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6035040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6035040"/>
            <a:ext cx="67665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17920"/>
            <a:ext cx="67665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612648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61264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612648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60899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641908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orders_df    = df_clean[['order_id','customer_id','product','sales_amount']].copy()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customers_df = df_clean[['customer_id','first_name','last_name','region','gender']].drop_duplicates('customer_id').copy()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60920" y="1024128"/>
            <a:ext cx="4572000" cy="3255264"/>
          </a:xfrm>
          <a:prstGeom prst="roundRect">
            <a:avLst>
              <a:gd name="adj" fmla="val 2809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60920" y="102412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1207008"/>
            <a:ext cx="45720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8893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9010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9127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507224" y="1408176"/>
            <a:ext cx="42976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 JOIN - keep all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even if customer_id not in customers_df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 = pd.merge(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orders_df,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customers_df,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on='customer_id',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how='left'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INNER JOIN - only matched records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= pd.merge(orders_df, customers_df,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on='customer_id', how='inner')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Stack monthly files (UNION ALL)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= df_clean[df_clean['month']==1].copy()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feb = df_clean[df_clean['month']==2].copy()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= pd.concat([jan,feb],ignore_index=True)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60920" y="4352544"/>
            <a:ext cx="4572000" cy="394716"/>
          </a:xfrm>
          <a:prstGeom prst="rect">
            <a:avLst/>
          </a:prstGeom>
          <a:solidFill>
            <a:srgbClr val="84CC1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81160" y="4352544"/>
            <a:ext cx="18288" cy="3947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4398264"/>
            <a:ext cx="1792224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372600" y="4398264"/>
            <a:ext cx="2468880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60920" y="4747260"/>
            <a:ext cx="4572000" cy="3947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0" y="4747260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4792980"/>
            <a:ext cx="1792224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pd.merge(left, right, on='key')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372600" y="4792980"/>
            <a:ext cx="2468880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two DataFrames on the shared 'customer_id' column. Returns a new DataFrame with columns from both tables.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60920" y="5141976"/>
            <a:ext cx="4572000" cy="3947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81160" y="5141976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5187696"/>
            <a:ext cx="1792224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how='left'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372600" y="5187696"/>
            <a:ext cx="2468880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rows from orders_df. For any order where customer_id is not in customers_df, the customer columns (first_name, region, gender) become NaN.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60920" y="5536692"/>
            <a:ext cx="4572000" cy="3947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81160" y="5536692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52360" y="5582412"/>
            <a:ext cx="1792224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how='inner'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372600" y="5582412"/>
            <a:ext cx="2468880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rows where customer_id exists in BOTH tables. Orders with unknown customers are excluded.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360920" y="5931408"/>
            <a:ext cx="4572000" cy="3947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81160" y="5931408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52360" y="5977128"/>
            <a:ext cx="1792224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pd.concat([jan,feb], ignore_index=True)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372600" y="5977128"/>
            <a:ext cx="2468880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two DataFrames vertically. ignore_index=True creates a new clean index starting from 0 rather than keeping the original indexes.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360920" y="6326124"/>
            <a:ext cx="4572000" cy="3947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81160" y="6326124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52360" y="6371844"/>
            <a:ext cx="1792224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drop_duplicates('customer_id')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372600" y="6371844"/>
            <a:ext cx="2468880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the customer lookup table, deduplicate on customer_id so each customer appears only once.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apply(), map(), and pd.cut()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transformations on the actual columns.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11 - apply(), map(), and np.where() on Our Data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76656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024128"/>
            <a:ext cx="4572000" cy="3017520"/>
          </a:xfrm>
          <a:prstGeom prst="roundRect">
            <a:avLst>
              <a:gd name="adj" fmla="val 3030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60920" y="102412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0920" y="1207008"/>
            <a:ext cx="45720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8893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9010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9127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apply1.py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07224" y="1408176"/>
            <a:ext cx="42976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map() - channel type classification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ch_map = {'In-Store':'Offline',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'Wholesale':'Offline',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'Online':'Online',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'B2B':'Online'}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df_clean['channel_type'] = df_clean['channel'].map(ch_map)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apply() - classify margin percentage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classify_margin(m):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pd.isna(m):   return 'Unknown'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&amp;gt;= 30:      return 'High'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m &amp;gt;= 15:    return 'Medium'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return 'Low'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df_clean['margin_class'] = df_clean['margin_pct'].apply(classify_margin)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60920" y="4114800"/>
            <a:ext cx="4572000" cy="2633472"/>
          </a:xfrm>
          <a:prstGeom prst="roundRect">
            <a:avLst>
              <a:gd name="adj" fmla="val 3472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60920" y="4114800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4297680"/>
            <a:ext cx="45720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88936" y="420624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90104" y="42062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91272" y="420624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apply2.py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507224" y="4498848"/>
            <a:ext cx="42976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apply(axis=1) - full name from two cols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make_full_name(row):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row['first_name']+' '+row['last_name']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df_clean['full_name'] = df_clean.apply(make_full_name, axis=1)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'Taiwo Adewale', 'Emeka Okonkwo', ...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np.where() - high value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df_clean['status'] = np.where(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df_clean['sales_amount']&amp;gt;500_000,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'High Value','Standard')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pd.cut() - age groups from age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df_clean['age_group'] = pd.cut(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df_clean['age'],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bins=[0,25,35,50,100],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labels=['18-25','26-35','36-50','51+'])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Techniques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melt(), explode(tags), get_dummies(), pivot_table().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12 - Advanced Pandas on Our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EXPLODE tags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Example: ORD-010224 tags='new_customer,seasonal,loyalty'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explode - 3 rows, one tag each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df_tags = df_clean[['order_id','tags']].copy()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df_tags['tags'] = df_tags['tags'].str.split(',')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df_tags = df_tags.explode('tags')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df_tags['tags'] = df_tags['tags'].str.strip()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print(df_tags['tags'].value_counts())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new_customer     982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loyalty          958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seasonal         944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PIVOT TABLE - region vs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 = pd.pivot_table(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df_clean,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index='region',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columns='category',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values='sales_amount',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aggfunc='sum',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fill_value=0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).round(0)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MELT - wide quarterly to long format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= df_clean.groupby(['region','quarter'])['sales_amount'].sum().reset_index()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= wide.pivot(index='region',columns='quarter',values='sales_amount').reset_index()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wide.columns = ['region','Q1','Q2','Q3','Q4']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= pd.melt(wide,id_vars=['region'],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value_vars=['Q1','Q2','Q3','Q4'],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var_name='quarter',value_name='sales')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EC4899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str.split(',')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comma-separated tags string into a Python list. 'new_customer,seasonal,loyalty' becomes ['new_customer','seasonal','loyalty'].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explode('tags')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row, creates one new row per item in the list. ORD-010224 which had 3 tags becomes 3 separate rows, each with one tag.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explode, tags may have leading spaces from the original CSV ('new_customer, seasonal'). strip() removes them.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pivot_table(index, columns, values, aggfunc)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cross-tab matrix. Rows = regions (6), Columns = categories (5), Values = sum of sales_amount. Result: 6x5 matrix.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fill_value=0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NaN in the pivot table with 0. Any region-category combination with no sales gets 0 instead of NaN.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pd.melt(id_vars, value_vars)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wide quarterly pivot (region x Q1/Q2/Q3/Q4 columns) into long format (one row per region-quarter combination). Required format for Seaborn and Plotly charts.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78040" y="5120640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7509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516636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get_dummies(df['gender'])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66530" y="516636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encodes the gender column: creates columns 'gender_Male','gender_Female','gender_Unknown' with 1/0 values. Required before ML model training.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4974336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178040" y="4974336"/>
            <a:ext cx="47548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78040" y="5157216"/>
            <a:ext cx="47548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06056" y="5065776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07224" y="506577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08392" y="5065776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9560" y="5029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advanced2.py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24344" y="5358384"/>
            <a:ext cx="4480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ONE-HOT ENCODE gender for 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dummies = pd.get_dummies(df_clean['gender'],prefix='gender')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df_ml = pd.concat([df_clean, dummies], axis=1)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Adds: gender_Female, gender_Male, gender_Unknown columns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numeric part from 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df_clean['cust_num'] = df_clean['customer_id'].str.extract(r'(\d+)')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and Export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8 assertions. All must pass before saving.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13 - Final Validation and Export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76656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669280"/>
            <a:ext cx="6766560" cy="1078992"/>
          </a:xfrm>
          <a:prstGeom prst="roundRect">
            <a:avLst>
              <a:gd name="adj" fmla="val 847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669280"/>
            <a:ext cx="67665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852160"/>
            <a:ext cx="67665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76072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7607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76072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72414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6053328"/>
            <a:ext cx="6492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Export the clean dataset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df_clean.to_csv('pandas_cleaning_dataset_CLEAN.csv', index=False)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df_clean.to_excel('pandas_cleaning_dataset_CLEAN.xlsx', index=False)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60920" y="1024128"/>
            <a:ext cx="4572000" cy="3931920"/>
          </a:xfrm>
          <a:prstGeom prst="roundRect">
            <a:avLst>
              <a:gd name="adj" fmla="val 2326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60920" y="102412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1207008"/>
            <a:ext cx="45720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8893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9010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9127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507224" y="1408176"/>
            <a:ext cx="429768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ALL checks before exporting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print(f'Shape: {df_clean.shape}')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df_clean.isnull().sum().sum()==0,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'FAIL: nulls remain'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print('PASS: no missing values')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df_clean.duplicated().sum()==0,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'FAIL: duplicates remain'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print('PASS: no duplicates')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(df_clean['price']&amp;gt;0).all(),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'FAIL: negative prices'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print('PASS: all prices positive')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(df_clean['qty']&amp;gt;0).all(),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'FAIL: zero qty'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print('PASS: all qty positive')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valid_r=['Lagos','Abuja','Kano','Port Harcourt','Ibadan','Enugu']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df_clean['region'].isin(valid_r).all(),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'FAIL: invalid region'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print('PASS: all regions valid')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df_clean['rating'].between(1,5).all(),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'FAIL: rating out of range'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print('PASS: ratings all 1-5')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str(df_clean['date'].dtype)=='datetime64[ns]',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'FAIL: date not datetime'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print('PASS: date is datetime type')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print('ALL CHECKS PASSED!')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60920" y="5029200"/>
            <a:ext cx="4572000" cy="281940"/>
          </a:xfrm>
          <a:prstGeom prst="rect">
            <a:avLst/>
          </a:prstGeom>
          <a:solidFill>
            <a:srgbClr val="22C5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81160" y="5029200"/>
            <a:ext cx="18288" cy="28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5074920"/>
            <a:ext cx="17922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372600" y="507492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60920" y="5311140"/>
            <a:ext cx="4572000" cy="28194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0" y="5311140"/>
            <a:ext cx="18288" cy="2819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5356860"/>
            <a:ext cx="17922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condition, 'message'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372600" y="535686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an AssertionError with the message if condition is False. Acts as a hard stop that prevents export of bad data.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60920" y="5593080"/>
            <a:ext cx="4572000" cy="28194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81160" y="5593080"/>
            <a:ext cx="18288" cy="2819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5638800"/>
            <a:ext cx="17922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df.isnull().sum().sum()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372600" y="563880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.sum() counts nulls per column. Second .sum() adds all those counts into one total. Must equal 0.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60920" y="5875020"/>
            <a:ext cx="4572000" cy="28194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81160" y="5875020"/>
            <a:ext cx="18288" cy="2819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52360" y="5920740"/>
            <a:ext cx="17922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.between(1,5).all()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372600" y="592074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between() returns True for each row where value is in 1-5. .all() returns True only if EVERY row passes. One outlier rating would return False.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360920" y="6156960"/>
            <a:ext cx="4572000" cy="28194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81160" y="6156960"/>
            <a:ext cx="18288" cy="2819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52360" y="6202680"/>
            <a:ext cx="17922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to_csv(index=False)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372600" y="620268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CSV. index=False prevents pandas adding a row number column (0,1,2,...) as the first column.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360920" y="6438900"/>
            <a:ext cx="4572000" cy="28194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81160" y="6438900"/>
            <a:ext cx="18288" cy="2819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52360" y="6484620"/>
            <a:ext cx="17922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to_excel(index=False)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372600" y="648462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Excel. Requires openpyxl installed: pip install openpyxl.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377440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0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402336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dirty="0">
                <a:solidFill>
                  <a:srgbClr val="000000"/>
                </a:solidFill>
              </a:rPr>
              <a:t>🐼</a:t>
            </a:r>
            <a:endParaRPr lang="en-US" sz="8200" dirty="0"/>
          </a:p>
        </p:txBody>
      </p:sp>
      <p:sp>
        <p:nvSpPr>
          <p:cNvPr id="8" name="Shape 6"/>
          <p:cNvSpPr/>
          <p:nvPr/>
        </p:nvSpPr>
        <p:spPr>
          <a:xfrm>
            <a:off x="0" y="4370832"/>
            <a:ext cx="4937760" cy="2487168"/>
          </a:xfrm>
          <a:prstGeom prst="rect">
            <a:avLst/>
          </a:prstGeom>
          <a:solidFill>
            <a:srgbClr val="172041"/>
          </a:solidFill>
          <a:ln w="12700">
            <a:solidFill>
              <a:srgbClr val="172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4805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data. Verified data.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analysis.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53400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Kajola Gbenga Adewale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5779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Expert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5029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with Pandas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74920" y="166420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pandas_cleaning_dataset.csv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74920" y="2249424"/>
            <a:ext cx="676656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377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cleaned in this session: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2761488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76148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missing prices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60920" y="2761488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276148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missing qty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46920" y="2761488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76148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missing ratings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3273552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27355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negative prices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60920" y="3273552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27355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zero qty rows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46920" y="3273552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327355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UNKNOWN regions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74920" y="3785616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78561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wrong-case regions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60920" y="3785616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378561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duplicate rows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646920" y="3785616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6920" y="378561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invalid dates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4920" y="4297680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429768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outlier ratings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60920" y="4297680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60920" y="429768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'NGN 420,500' price strings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46920" y="4297680"/>
            <a:ext cx="2176272" cy="438912"/>
          </a:xfrm>
          <a:prstGeom prst="roundRect">
            <a:avLst>
              <a:gd name="adj" fmla="val 1458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46920" y="429768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'M'/'F' coded gender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74920" y="526694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Data Visualization - use pandas_cleaning_dataset_CLEAN.csv to build charts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74920" y="5650992"/>
            <a:ext cx="6766560" cy="1078992"/>
          </a:xfrm>
          <a:prstGeom prst="roundRect">
            <a:avLst>
              <a:gd name="adj" fmla="val 8475"/>
            </a:avLst>
          </a:prstGeom>
          <a:solidFill>
            <a:srgbClr val="111E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212080" y="572414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for this session: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5998464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pandas_cleaning_dataset.csv       - raw dirty dataset (upload to Colab)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pandas_cleaning_notebook.ipynb   - run cell by cell alongside these slides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pandas_cleaning_dataset_CLEAN.csv - output after completing the notebook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with Pandas - pandas_cleaning_dataset.csv Teaching Deck</dc:title>
  <dc:subject>PptxGenJS Presentation</dc:subject>
  <dc:creator>Kajola Gbenga Adewale</dc:creator>
  <cp:lastModifiedBy>Kajola Gbenga Adewale</cp:lastModifiedBy>
  <cp:revision>1</cp:revision>
  <dcterms:created xsi:type="dcterms:W3CDTF">2026-06-24T21:51:46Z</dcterms:created>
  <dcterms:modified xsi:type="dcterms:W3CDTF">2026-06-24T21:51:46Z</dcterms:modified>
</cp:coreProperties>
</file>